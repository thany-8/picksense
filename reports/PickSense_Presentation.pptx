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going to give a five-minute overview of PickSense. It's a computer vision learning project where I ask a focused question: can a Vision Transformer look at an image and judge how easy an object is to pick up? I'll walk through five things, about a minute each: the problem and how I framed it, the data and infrastructure, the model architecture, how I train and evaluate it, and finally what I learned and where it goes next. The goal here was learning by building a modern architecture from scratch, so I'll focus on the reasoning behind each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the problem. If you want a robot to pick something up, it first has to judge whether the object can be grasped at all. The trouble is that real grasp-success data is expensive — you basically need a robot physically trying to grab things. So I use a proxy: visual occlusion. The intuition is simple — an object that's mostly hidden is harder to identify and pick than one in full view. That turns a messy robotics problem into a clean three-class classification task: clear, partially occluded, and heavily occluded, at roughly zero, twenty-five, and fifty percent. I want to be honest about scope: right now the model predicts an occlusion category, not real grasp success. But that proxy lets me build and debug the entire pipeline today, and gives me a clear path to better labels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Second, data and infrastructure — which honestly was half the work. The data comes from OpenLORIS-Object on Kaggle, specifically its occlusion condition. It has nine capture tasks, and I map those to my three pickability classes. From that I build PickSense Mini: a small, balanced three-hundred-image development set — two-twenty-five for training, seventy-five for test, evenly split across classes — so I can iterate fast. Sampling is seeded so the same images are chosen every run, and train and test never overlap. On infrastructure: everything lives permanently on Google Drive, because Colab wipes local storage on restart. I split the work into two notebooks — one downloads and prepares the data exactly once, the other only trains and never re-downloads. Images are resized to two-twenty-four square, loaded with PyTorch's ImageFolder at batch size thirty-two.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Third, the model itself. This is a Vision Transformer, ViT-Base, and I deliberately built it from scratch rather than importing one, to really understand it. Here's the flow. First, patch embedding: a single Conv2d layer slices the two-twenty-four image into ninety-six-teen — sorry, one hundred ninety-six — sixteen-by-sixteen patches and projects each into a 768-dimension vector. I prepend a learnable class token and add position embeddings, giving a sequence of a hundred and ninety-seven tokens. That sequence goes through twelve Transformer encoder blocks; each block is multi-head self-attention with twelve heads, followed by an MLP that expands 768 to 3072 and back with a GELU, all wrapped in LayerNorm and residual connections. Finally the class token feeds an MLP head that outputs my three classes. I wrote each piece — patch embedding, attention, MLP, encoder — as its own reusable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Fourth, training and evaluation. Because it's multi-class classification, the loss is cross-entropy. For the optimizer I started from the ViT paper's Adam setup and adapted it to AdamW with a lower learning rate of one-e-minus-four and light weight decay, which is more stable on a small dataset. I train for ten epochs at batch size thirty-two on a Colab GPU. Every epoch I track both training and test loss and accuracy, and plot the curves so I can see over- or under-fitting early. Accuracy alone isn't enough here, though — neighbouring occlusion classes are genuinely easy to confuse — so my evaluation plan adds a confusion matrix and per-class precision and recall, plus sanity-checking predictions on unseen images. I also want a real baseline: comparing my from-scratch ViT against a pretrained one to see how much the architecture versus the data is driving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what I took away and where this goes. The biggest lesson: building the Vision Transformer from scratch — patch embeddings, attention, the encoder — taught me the architecture far more deeply than just calling a pretrained model ever would. Second, the infrastructure work was just as important as the model: downloading once, persisting to Drive, and seeding everything made the project reproducible instead of fragile. And third, framing is everything — occlusion is a useful proxy, but it isn't the same as real pickability. For next steps: finish training and add a confusion matrix and per-class metrics, bring in augmentation and normalization, save weights, and benchmark against a pretrained ViT. Longer term I want to refactor the notebook code into clean modules, and move from an occlusion proxy toward labels grounded in real robotic grasp success. Thanks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960120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1472184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1984248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44584" y="960120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44584" y="1472184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44584" y="1984248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56648" y="960120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56648" y="1472184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56648" y="1984248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68712" y="960120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68712" y="1472184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68712" y="1984248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80776" y="960120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80776" y="1472184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0776" y="1984248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92840" y="960120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292840" y="1472184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92840" y="1984248"/>
            <a:ext cx="457200" cy="457200"/>
          </a:xfrm>
          <a:prstGeom prst="rect">
            <a:avLst/>
          </a:prstGeom>
          <a:noFill/>
          <a:ln w="12700">
            <a:solidFill>
              <a:srgbClr val="33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A5E9"/>
                </a:solidFill>
                <a:latin typeface="Arial"/>
              </a:rPr>
              <a:t>COMPUTER VISION  ·  VISION TRANSFORMER  ·  5-MINUTE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 i="0">
                <a:solidFill>
                  <a:srgbClr val="FFFFFF"/>
                </a:solidFill>
                <a:latin typeface="Arial"/>
              </a:rPr>
              <a:t>PickSense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290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0" i="0">
                <a:solidFill>
                  <a:srgbClr val="CBD5E1"/>
                </a:solidFill>
                <a:latin typeface="Arial"/>
              </a:rPr>
              <a:t>Predicting object pickability from visual occlusion with a Vision Transformer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892040"/>
            <a:ext cx="2194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Arial"/>
              </a:rPr>
              <a:t>Presenter name  ·  Project overview  ·  6 slides, ~1 minute each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Can a model tell how easy an object is to pick?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PickSense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—  </a:t>
            </a:r>
            <a:r>
              <a:rPr sz="1500">
                <a:solidFill>
                  <a:srgbClr val="334155"/>
                </a:solidFill>
                <a:latin typeface="Arial"/>
              </a:rPr>
              <a:t>Robots need to judge whether an object can be grasped — but real grasp-success labels are expensive and hard to collect.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—  </a:t>
            </a:r>
            <a:r>
              <a:rPr sz="1500">
                <a:solidFill>
                  <a:srgbClr val="334155"/>
                </a:solidFill>
                <a:latin typeface="Arial"/>
              </a:rPr>
              <a:t>PickSense uses visual occlusion as a proxy: the more an object is hidden, the harder it is assumed to be to pick.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—  </a:t>
            </a:r>
            <a:r>
              <a:rPr sz="1500">
                <a:solidFill>
                  <a:srgbClr val="334155"/>
                </a:solidFill>
                <a:latin typeface="Arial"/>
              </a:rPr>
              <a:t>This reframes a hard robotics question as a 3-class image classification problem I can actually train and measure.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7091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OCCLUSION AS A PROXY FOR PICKABILITY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074920"/>
            <a:ext cx="196596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Clear</a:t>
            </a:r>
          </a:p>
          <a:p>
            <a:pPr algn="ctr"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Arial"/>
              </a:rPr>
              <a:t>~0% occluded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5074920"/>
            <a:ext cx="196596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Partially</a:t>
            </a:r>
          </a:p>
          <a:p>
            <a:pPr algn="ctr"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Arial"/>
              </a:rPr>
              <a:t>~25% occluded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5074920"/>
            <a:ext cx="1965960" cy="914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Heavily</a:t>
            </a:r>
          </a:p>
          <a:p>
            <a:pPr algn="ctr"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Arial"/>
              </a:rPr>
              <a:t>~50% occluded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057400"/>
            <a:ext cx="4069080" cy="187451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2057400"/>
            <a:ext cx="109728" cy="1874519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2258568"/>
            <a:ext cx="36118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HONEST SCOPE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Predicts the visual occlusion category only.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Does NOT yet measure grasp geometry, reachability, collision risk, or real grasp success.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Occlusion is a stand-in — a starting point, not the final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114800"/>
            <a:ext cx="4069080" cy="187451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4114800"/>
            <a:ext cx="109728" cy="1874519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4315968"/>
            <a:ext cx="36118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WHY IT MATTERS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A clean, labelled proxy lets me build and debug the full vision pipeline now.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Sets up a path toward true grasp-success labels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02 · DATA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Reproducible data prep that survives Colab restarts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3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PickSense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OpenLORIS-Object
(Kaggle)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121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4017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Occlusion
subset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8771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9667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9 tasks →
3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4420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5316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PickSense Mini
(300 imgs)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0070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0966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PyTorch
DataLoaders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00400"/>
            <a:ext cx="52578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00400"/>
            <a:ext cx="109728" cy="274320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401568"/>
            <a:ext cx="4800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THE DATASET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Source: OpenLORIS-Object, 'occlusion' condition.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9 capture tasks mapped to 3 pickability classes.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PickSense Mini: balanced 300-image dev set — 225 train / 75 test (75 &amp; 25 per class).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Reproducible sampling with random.seed(42); no image is shared between train and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00400"/>
            <a:ext cx="52578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200400"/>
            <a:ext cx="109728" cy="2743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401568"/>
            <a:ext cx="4800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THE INFRASTRUCTURE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Stored permanently on Google Drive — survives Colab runtime restarts.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Two-notebook workflow: 00 downloads once; 01 only trains and never re-downloads.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PyTorch ImageFolder, images resized to 224×224, batch size 32.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Verification step prints per-class counts, totals, and disk size.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03 · MODEL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A ViT-Base architecture, built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4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PickSense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Patch embedding
Conv2d 16×16 → 768-d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121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4017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+ Class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8771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9667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+ Position
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4420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5316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Transformer
Encoder ×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0070" y="1965960"/>
            <a:ext cx="32918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0966" y="1965960"/>
            <a:ext cx="1933041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MLP head
→ 3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46120"/>
            <a:ext cx="6720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4F46E5"/>
                </a:solidFill>
                <a:latin typeface="Arial"/>
              </a:rPr>
              <a:t>—  </a:t>
            </a:r>
            <a:r>
              <a:rPr sz="1450">
                <a:solidFill>
                  <a:srgbClr val="334155"/>
                </a:solidFill>
                <a:latin typeface="Arial"/>
              </a:rPr>
              <a:t>Image → 196 patches (16×16); each patch embedded to a 768-d vector, plus a learnable class token and position embeddings (197 tokens).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4F46E5"/>
                </a:solidFill>
                <a:latin typeface="Arial"/>
              </a:rPr>
              <a:t>—  </a:t>
            </a:r>
            <a:r>
              <a:rPr sz="1450">
                <a:solidFill>
                  <a:srgbClr val="334155"/>
                </a:solidFill>
                <a:latin typeface="Arial"/>
              </a:rPr>
              <a:t>Each encoder block = Multi-Head Self-Attention (12 heads) + an MLP (768→3072→768, GELU), with LayerNorm and residual connections.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4F46E5"/>
                </a:solidFill>
                <a:latin typeface="Arial"/>
              </a:rPr>
              <a:t>—  </a:t>
            </a:r>
            <a:r>
              <a:rPr sz="1450">
                <a:solidFill>
                  <a:srgbClr val="334155"/>
                </a:solidFill>
                <a:latin typeface="Arial"/>
              </a:rPr>
              <a:t>Built as reusable nn.Module classes: PatchEmbedding, MSA block, MLP block, TransformerEncoderBlock, and the full ViT.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246120"/>
            <a:ext cx="3840480" cy="2697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340156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VIT-BASE HYPERPARAMETERS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82219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Patch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822191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16 ×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416509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Embedding dim (D)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165091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768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5079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Encoder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50799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48508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Attention heads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85089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51937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MLP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19379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3072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5366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Input resolution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53669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224 × 224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04 · TRAINING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Training the ViT and measuring what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5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PickSense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257800" cy="1965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109728" cy="1965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4800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TRAINING SETUP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Loss: CrossEntropyLoss (multi-class).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Optimizer: AdamW, lr 1e-4, weight decay 0.01 (adapted from the ViT paper's Adam).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10 epochs · batch size 32 · GPU on Colab.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114800"/>
            <a:ext cx="5257800" cy="187451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4114800"/>
            <a:ext cx="109728" cy="1874519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315968"/>
            <a:ext cx="48006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TRACKED EVERY EPOCH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Training &amp; test loss.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Training &amp; test accuracy.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Loss/accuracy curves to watch for over- or under-fitting.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5257800" cy="39776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109728" cy="3977639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212848"/>
            <a:ext cx="4800600" cy="361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EVALUATION — NOW &amp; PLANNED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Now: per-epoch loss and accuracy on a held-out test split.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Confusion matrix + per-class precision / recall — occlusion classes are easy to confuse.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Qualitative checks: predictions on unseen images.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Baseline comparison: my scratch ViT vs. a pretrained ViT.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Add data augmentation &amp; normalization; save trained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05 ·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What I learned &amp; where it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PickSense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257800" cy="39776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109728" cy="3977639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WHAT I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4800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F46E5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Replicating a paper end-to-end teaches the architecture far more deeply than calling a prebuilt model.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F46E5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Data infrastructure is half the battle: download once, persist to Drive, and seed everything for reproducibility.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F46E5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Framing matters — occlusion is a useful but imperfect proxy for real pickability.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257800" cy="39776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109728" cy="3977639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128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A5E9"/>
                </a:solidFill>
                <a:latin typeface="Arial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EA5E9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Finish training; add a confusion matrix and per-class metrics.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EA5E9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Add data augmentation + normalization; save model weights.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EA5E9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Benchmark against a pretrained ViT.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EA5E9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Move notebook code into reusable src/ modules.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EA5E9"/>
                </a:solidFill>
                <a:latin typeface="Arial"/>
              </a:rPr>
              <a:t>—  </a:t>
            </a:r>
            <a:r>
              <a:rPr sz="1350">
                <a:solidFill>
                  <a:srgbClr val="334155"/>
                </a:solidFill>
                <a:latin typeface="Arial"/>
              </a:rPr>
              <a:t>Progress toward labels from real robotic grasp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